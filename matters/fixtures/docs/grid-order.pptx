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a="http://schemas.openxmlformats.org/drawingml/2006/main" xmlns:p="http://schemas.openxmlformats.org/presentationml/2006/main">
  <p:sldSz cx="12192000" cy="6858000"/>
</p:presentation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>
          <a:xfrm>
            <a:off x="0" y="0"/>
            <a:ext cx="12192000" cy="400000"/>
          </a:xfrm>
        </p:spPr>
        <p:txBody>
          <a:bodyPr/>
          <a:lstStyle/>
          <a:p>
            <a:r>
              <a:t>Speaker note: Delta is not a column.</a:t>
            </a:r>
          </a:p>
        </p:txBody>
      </p:sp>
    </p:spTree>
  </p:cSld>
</p:note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0" y="200000"/>
            <a:ext cx="12192000" cy="800000"/>
          </a:xfrm>
        </p:spPr>
        <p:txBody>
          <a:bodyPr/>
          <a:lstStyle/>
          <a:p>
            <a:r>
              <a:t>Quarterly Comparison</a:t>
            </a:r>
          </a:p>
        </p:txBody>
      </p:sp>
      <p:sp>
        <p:nvSpPr>
          <p:cNvPr id="12" name="val2"/>
          <p:cNvSpPr/>
          <p:nvPr/>
        </p:nvSpPr>
        <p:spPr>
          <a:xfrm>
            <a:off x="8229600" y="2743200"/>
            <a:ext cx="1828800" cy="600000"/>
          </a:xfrm>
        </p:spPr>
        <p:txBody>
          <a:bodyPr/>
          <a:lstStyle/>
          <a:p>
            <a:r>
              <a:t>333</a:t>
            </a:r>
          </a:p>
        </p:txBody>
      </p:sp>
      <p:sp>
        <p:nvSpPr>
          <p:cNvPr id="10" name="val0"/>
          <p:cNvSpPr/>
          <p:nvPr/>
        </p:nvSpPr>
        <p:spPr>
          <a:xfrm>
            <a:off x="914400" y="2743200"/>
            <a:ext cx="1828800" cy="600000"/>
          </a:xfrm>
        </p:spPr>
        <p:txBody>
          <a:bodyPr/>
          <a:lstStyle/>
          <a:p>
            <a:r>
              <a:t>111</a:t>
            </a:r>
          </a:p>
        </p:txBody>
      </p:sp>
      <p:sp>
        <p:nvSpPr>
          <p:cNvPr id="11" name="val1"/>
          <p:cNvSpPr/>
          <p:nvPr/>
        </p:nvSpPr>
        <p:spPr>
          <a:xfrm>
            <a:off x="4572000" y="2743200"/>
            <a:ext cx="1828800" cy="600000"/>
          </a:xfrm>
        </p:spPr>
        <p:txBody>
          <a:bodyPr/>
          <a:lstStyle/>
          <a:p>
            <a:r>
              <a:t>222</a:t>
            </a:r>
          </a:p>
        </p:txBody>
      </p:sp>
      <p:sp>
        <p:nvSpPr>
          <p:cNvPr id="21" name="name1"/>
          <p:cNvSpPr/>
          <p:nvPr/>
        </p:nvSpPr>
        <p:spPr>
          <a:xfrm>
            <a:off x="4572000" y="1828800"/>
            <a:ext cx="1828800" cy="600000"/>
          </a:xfrm>
        </p:spPr>
        <p:txBody>
          <a:bodyPr/>
          <a:lstStyle/>
          <a:p>
            <a:r>
              <a:t>Bravo</a:t>
            </a:r>
          </a:p>
        </p:txBody>
      </p:sp>
      <p:sp>
        <p:nvSpPr>
          <p:cNvPr id="22" name="name2"/>
          <p:cNvSpPr/>
          <p:nvPr/>
        </p:nvSpPr>
        <p:spPr>
          <a:xfrm>
            <a:off x="8229600" y="1828800"/>
            <a:ext cx="1828800" cy="600000"/>
          </a:xfrm>
        </p:spPr>
        <p:txBody>
          <a:bodyPr/>
          <a:lstStyle/>
          <a:p>
            <a:r>
              <a:t>Charlie</a:t>
            </a:r>
          </a:p>
        </p:txBody>
      </p:sp>
      <p:sp>
        <p:nvSpPr>
          <p:cNvPr id="20" name="name0"/>
          <p:cNvSpPr/>
          <p:nvPr/>
        </p:nvSpPr>
        <p:spPr>
          <a:xfrm>
            <a:off x="914400" y="1828800"/>
            <a:ext cx="1828800" cy="600000"/>
          </a:xfrm>
        </p:spPr>
        <p:txBody>
          <a:bodyPr/>
          <a:lstStyle/>
          <a:p>
            <a:r>
              <a:t>Alpha</a:t>
            </a:r>
          </a:p>
        </p:txBody>
      </p:sp>
      <p:sp>
        <p:nvSpPr>
          <p:cNvPr id="30" name="Footer"/>
          <p:cNvSpPr/>
          <p:nvPr/>
        </p:nvSpPr>
        <p:spPr>
          <a:xfrm>
            <a:off x="0" y="6200000"/>
            <a:ext cx="12192000" cy="400000"/>
          </a:xfrm>
        </p:spPr>
        <p:txBody>
          <a:bodyPr/>
          <a:lstStyle/>
          <a:p>
            <a:r>
              <a:t>Fixture footer</a:t>
            </a:r>
          </a:p>
        </p:txBody>
      </p:sp>
    </p:spTree>
  </p:cSld>
</p:sld>
</file>